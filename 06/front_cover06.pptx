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1" r:id="rId2"/>
  </p:sldIdLst>
  <p:sldSz cx="7775575" cy="10907713"/>
  <p:notesSz cx="6888163" cy="1002188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5">
          <p15:clr>
            <a:srgbClr val="A4A3A4"/>
          </p15:clr>
        </p15:guide>
        <p15:guide id="2" pos="24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63F"/>
    <a:srgbClr val="CFE5AE"/>
    <a:srgbClr val="CBDB2A"/>
    <a:srgbClr val="9DC3E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098" y="102"/>
      </p:cViewPr>
      <p:guideLst>
        <p:guide orient="horz" pos="3435"/>
        <p:guide pos="24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2pPr>
      <a:lvl3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3pPr>
      <a:lvl4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4pPr>
      <a:lvl5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93675" indent="-193675" algn="l" defTabSz="776288" rtl="0" eaLnBrk="0" fontAlgn="base" hangingPunct="0">
        <a:lnSpc>
          <a:spcPct val="90000"/>
        </a:lnSpc>
        <a:spcBef>
          <a:spcPts val="850"/>
        </a:spcBef>
        <a:spcAft>
          <a:spcPct val="0"/>
        </a:spcAft>
        <a:buFont typeface="Arial" panose="020B0604020202020204" pitchFamily="34" charset="0"/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2613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48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4783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0">
            <a:extLst>
              <a:ext uri="{FF2B5EF4-FFF2-40B4-BE49-F238E27FC236}">
                <a16:creationId xmlns:a16="http://schemas.microsoft.com/office/drawing/2014/main" id="{58F837D1-C715-4EDE-B779-4C4D2CD7E8CD}"/>
              </a:ext>
            </a:extLst>
          </p:cNvPr>
          <p:cNvSpPr txBox="1">
            <a:spLocks/>
          </p:cNvSpPr>
          <p:nvPr/>
        </p:nvSpPr>
        <p:spPr>
          <a:xfrm>
            <a:off x="618983" y="9259687"/>
            <a:ext cx="2468771" cy="862575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3455"/>
              </a:lnSpc>
              <a:defRPr/>
            </a:pPr>
            <a:r>
              <a:rPr lang="ja-JP" altLang="en-US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公益財団法人</a:t>
            </a:r>
            <a:endParaRPr lang="en-US" altLang="ja-JP" spc="-10" dirty="0">
              <a:solidFill>
                <a:srgbClr val="231F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  <a:p>
            <a:pPr marL="12700">
              <a:lnSpc>
                <a:spcPts val="3455"/>
              </a:lnSpc>
              <a:defRPr/>
            </a:pPr>
            <a:r>
              <a:rPr lang="ja-JP" altLang="en-US" sz="2800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青梅佐藤財団</a:t>
            </a:r>
            <a:endParaRPr lang="ja-JP" sz="2800" dirty="0"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4D089773-6E8D-455F-8756-B1284C007D0D}"/>
              </a:ext>
            </a:extLst>
          </p:cNvPr>
          <p:cNvSpPr txBox="1">
            <a:spLocks/>
          </p:cNvSpPr>
          <p:nvPr/>
        </p:nvSpPr>
        <p:spPr>
          <a:xfrm>
            <a:off x="5479470" y="9489728"/>
            <a:ext cx="1836146" cy="632534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5125"/>
              </a:lnSpc>
              <a:defRPr/>
            </a:pPr>
            <a:r>
              <a:rPr lang="en-US" altLang="ja-JP" sz="4800" b="1" spc="-5" dirty="0">
                <a:solidFill>
                  <a:srgbClr val="C00000"/>
                </a:solidFill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PMingLiU" panose="02020500000000000000" pitchFamily="18" charset="-120"/>
              </a:rPr>
              <a:t>2025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6054615-1626-4289-BA27-2D73A5BA1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262" y="498105"/>
            <a:ext cx="1508856" cy="150885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A57931-3100-4FD3-906B-3F855FEDD97E}"/>
              </a:ext>
            </a:extLst>
          </p:cNvPr>
          <p:cNvSpPr txBox="1"/>
          <p:nvPr/>
        </p:nvSpPr>
        <p:spPr>
          <a:xfrm>
            <a:off x="618982" y="2186532"/>
            <a:ext cx="6884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第</a:t>
            </a:r>
            <a:r>
              <a:rPr kumimoji="1" lang="en-US" altLang="ja-JP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7</a:t>
            </a:r>
            <a:r>
              <a:rPr kumimoji="1" lang="ja-JP" altLang="en-US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回</a:t>
            </a:r>
            <a:endParaRPr kumimoji="1" lang="en-US" altLang="ja-JP" sz="4800" b="1" dirty="0">
              <a:solidFill>
                <a:srgbClr val="C0000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ja-JP" altLang="en-US" sz="32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ラズベリーパイを音声で活用しよう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4D7036-78CC-4FBC-8544-49B0106AA226}"/>
              </a:ext>
            </a:extLst>
          </p:cNvPr>
          <p:cNvSpPr txBox="1"/>
          <p:nvPr/>
        </p:nvSpPr>
        <p:spPr>
          <a:xfrm>
            <a:off x="618982" y="789609"/>
            <a:ext cx="65668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子ども</a:t>
            </a:r>
            <a:r>
              <a:rPr kumimoji="1" lang="en-US" altLang="ja-JP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IT</a:t>
            </a:r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未来塾</a:t>
            </a:r>
            <a:endParaRPr kumimoji="1" lang="en-US" altLang="ja-JP" sz="5400" b="1" dirty="0">
              <a:solidFill>
                <a:srgbClr val="00B0F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Children’s</a:t>
            </a:r>
            <a:r>
              <a:rPr kumimoji="1" lang="ja-JP" alt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 Future Academy</a:t>
            </a:r>
            <a:endParaRPr kumimoji="1" lang="ja-JP" alt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F28DD1F-BF5F-2A56-7B66-1FADF488D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8" y="4038223"/>
            <a:ext cx="7384877" cy="492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17772</TotalTime>
  <Words>23</Words>
  <Application>Microsoft Office PowerPoint</Application>
  <PresentationFormat>ユーザー設定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UD デジタル 教科書体 NK</vt:lpstr>
      <vt:lpstr>UD デジタル 教科書体 NP</vt:lpstr>
      <vt:lpstr>メイリオ</vt:lpstr>
      <vt:lpstr>Arial</vt:lpstr>
      <vt:lpstr>Calibri</vt:lpstr>
      <vt:lpstr>Calibri Light</vt:lpstr>
      <vt:lpstr>Courier New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DUAL CORE</dc:creator>
  <cp:lastModifiedBy>奥山祐市</cp:lastModifiedBy>
  <cp:revision>147</cp:revision>
  <cp:lastPrinted>2025-05-01T08:57:31Z</cp:lastPrinted>
  <dcterms:created xsi:type="dcterms:W3CDTF">2020-04-23T08:16:51Z</dcterms:created>
  <dcterms:modified xsi:type="dcterms:W3CDTF">2025-08-20T11:16:22Z</dcterms:modified>
</cp:coreProperties>
</file>