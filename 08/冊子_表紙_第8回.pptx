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1" r:id="rId2"/>
  </p:sldIdLst>
  <p:sldSz cx="7775575" cy="10907713"/>
  <p:notesSz cx="6888163" cy="1002188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35">
          <p15:clr>
            <a:srgbClr val="A4A3A4"/>
          </p15:clr>
        </p15:guide>
        <p15:guide id="2" pos="24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63F"/>
    <a:srgbClr val="CFE5AE"/>
    <a:srgbClr val="CBDB2A"/>
    <a:srgbClr val="9DC3E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0" autoAdjust="0"/>
    <p:restoredTop sz="94660"/>
  </p:normalViewPr>
  <p:slideViewPr>
    <p:cSldViewPr snapToGrid="0">
      <p:cViewPr>
        <p:scale>
          <a:sx n="33" d="100"/>
          <a:sy n="33" d="100"/>
        </p:scale>
        <p:origin x="676" y="-468"/>
      </p:cViewPr>
      <p:guideLst>
        <p:guide orient="horz" pos="3435"/>
        <p:guide pos="24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8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2pPr>
      <a:lvl3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3pPr>
      <a:lvl4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4pPr>
      <a:lvl5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93675" indent="-193675" algn="l" defTabSz="776288" rtl="0" eaLnBrk="0" fontAlgn="base" hangingPunct="0">
        <a:lnSpc>
          <a:spcPct val="90000"/>
        </a:lnSpc>
        <a:spcBef>
          <a:spcPts val="850"/>
        </a:spcBef>
        <a:spcAft>
          <a:spcPct val="0"/>
        </a:spcAft>
        <a:buFont typeface="Arial" panose="020B0604020202020204" pitchFamily="34" charset="0"/>
        <a:buChar char="•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2613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488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47838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38164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526922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915679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304436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88757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2pPr>
      <a:lvl3pPr marL="777514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3pPr>
      <a:lvl4pPr marL="1166271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555029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1943786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332543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721300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110057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0">
            <a:extLst>
              <a:ext uri="{FF2B5EF4-FFF2-40B4-BE49-F238E27FC236}">
                <a16:creationId xmlns:a16="http://schemas.microsoft.com/office/drawing/2014/main" id="{58F837D1-C715-4EDE-B779-4C4D2CD7E8CD}"/>
              </a:ext>
            </a:extLst>
          </p:cNvPr>
          <p:cNvSpPr txBox="1">
            <a:spLocks/>
          </p:cNvSpPr>
          <p:nvPr/>
        </p:nvSpPr>
        <p:spPr>
          <a:xfrm>
            <a:off x="618983" y="9259687"/>
            <a:ext cx="2468771" cy="862575"/>
          </a:xfrm>
          <a:prstGeom prst="rect">
            <a:avLst/>
          </a:prstGeom>
        </p:spPr>
        <p:txBody>
          <a:bodyPr lIns="0" tIns="0" rIns="0" bIns="0"/>
          <a:lstStyle/>
          <a:p>
            <a:pPr marL="12700">
              <a:lnSpc>
                <a:spcPts val="3455"/>
              </a:lnSpc>
              <a:defRPr/>
            </a:pPr>
            <a:r>
              <a:rPr lang="ja-JP" altLang="en-US" spc="-10" dirty="0">
                <a:solidFill>
                  <a:srgbClr val="231F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PMingLiU" panose="02020500000000000000" pitchFamily="18" charset="-120"/>
              </a:rPr>
              <a:t>公益財団法人</a:t>
            </a:r>
            <a:endParaRPr lang="en-US" altLang="ja-JP" spc="-10" dirty="0">
              <a:solidFill>
                <a:srgbClr val="231F2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PMingLiU" panose="02020500000000000000" pitchFamily="18" charset="-120"/>
            </a:endParaRPr>
          </a:p>
          <a:p>
            <a:pPr marL="12700">
              <a:lnSpc>
                <a:spcPts val="3455"/>
              </a:lnSpc>
              <a:defRPr/>
            </a:pPr>
            <a:r>
              <a:rPr lang="ja-JP" altLang="en-US" sz="2800" spc="-10" dirty="0">
                <a:solidFill>
                  <a:srgbClr val="231F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PMingLiU" panose="02020500000000000000" pitchFamily="18" charset="-120"/>
              </a:rPr>
              <a:t>青梅佐藤財団</a:t>
            </a:r>
            <a:endParaRPr lang="ja-JP" sz="2800" dirty="0">
              <a:latin typeface="メイリオ" panose="020B0604030504040204" pitchFamily="50" charset="-128"/>
              <a:ea typeface="メイリオ" panose="020B0604030504040204" pitchFamily="50" charset="-128"/>
              <a:cs typeface="PMingLiU" panose="02020500000000000000" pitchFamily="18" charset="-120"/>
            </a:endParaRP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4D089773-6E8D-455F-8756-B1284C007D0D}"/>
              </a:ext>
            </a:extLst>
          </p:cNvPr>
          <p:cNvSpPr txBox="1">
            <a:spLocks/>
          </p:cNvSpPr>
          <p:nvPr/>
        </p:nvSpPr>
        <p:spPr>
          <a:xfrm>
            <a:off x="5479470" y="9489728"/>
            <a:ext cx="1836146" cy="632534"/>
          </a:xfrm>
          <a:prstGeom prst="rect">
            <a:avLst/>
          </a:prstGeom>
        </p:spPr>
        <p:txBody>
          <a:bodyPr lIns="0" tIns="0" rIns="0" bIns="0"/>
          <a:lstStyle/>
          <a:p>
            <a:pPr marL="12700">
              <a:lnSpc>
                <a:spcPts val="5125"/>
              </a:lnSpc>
              <a:defRPr/>
            </a:pPr>
            <a:r>
              <a:rPr lang="en-US" altLang="ja-JP" sz="4800" b="1" spc="-5" dirty="0">
                <a:solidFill>
                  <a:srgbClr val="C00000"/>
                </a:solidFill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PMingLiU" panose="02020500000000000000" pitchFamily="18" charset="-120"/>
              </a:rPr>
              <a:t>2025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6054615-1626-4289-BA27-2D73A5BA1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262" y="498105"/>
            <a:ext cx="1508856" cy="150885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7A57931-3100-4FD3-906B-3F855FEDD97E}"/>
              </a:ext>
            </a:extLst>
          </p:cNvPr>
          <p:cNvSpPr txBox="1"/>
          <p:nvPr/>
        </p:nvSpPr>
        <p:spPr>
          <a:xfrm>
            <a:off x="618982" y="2186532"/>
            <a:ext cx="68849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b="1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第</a:t>
            </a:r>
            <a:r>
              <a:rPr kumimoji="1" lang="en-US" altLang="ja-JP" sz="4800" b="1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8</a:t>
            </a:r>
            <a:r>
              <a:rPr kumimoji="1" lang="ja-JP" altLang="en-US" sz="4800" b="1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回</a:t>
            </a:r>
            <a:endParaRPr kumimoji="1" lang="en-US" altLang="ja-JP" sz="4800" b="1" dirty="0">
              <a:solidFill>
                <a:srgbClr val="C00000"/>
              </a:solidFill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  <a:p>
            <a:r>
              <a:rPr kumimoji="1" lang="ja-JP" altLang="en-US" sz="3200" b="1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スクレイピングを学ぼう</a:t>
            </a:r>
            <a:endParaRPr kumimoji="1" lang="ja-JP" altLang="en-US" sz="3200" b="1" dirty="0">
              <a:solidFill>
                <a:srgbClr val="C00000"/>
              </a:solidFill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4D7036-78CC-4FBC-8544-49B0106AA226}"/>
              </a:ext>
            </a:extLst>
          </p:cNvPr>
          <p:cNvSpPr txBox="1"/>
          <p:nvPr/>
        </p:nvSpPr>
        <p:spPr>
          <a:xfrm>
            <a:off x="618982" y="789609"/>
            <a:ext cx="656687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子ども</a:t>
            </a:r>
            <a:r>
              <a:rPr kumimoji="1" lang="en-US" altLang="ja-JP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IT</a:t>
            </a:r>
            <a:r>
              <a:rPr kumimoji="1" lang="ja-JP" altLang="en-US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未来塾</a:t>
            </a:r>
            <a:endParaRPr kumimoji="1" lang="en-US" altLang="ja-JP" sz="5400" b="1" dirty="0">
              <a:solidFill>
                <a:srgbClr val="00B0F0"/>
              </a:solidFill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  <a:p>
            <a:r>
              <a:rPr kumimoji="1" lang="en-US" altLang="ja-JP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Children’s</a:t>
            </a:r>
            <a:r>
              <a:rPr kumimoji="1" lang="ja-JP" alt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ja-JP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 Future Academy</a:t>
            </a:r>
            <a:endParaRPr kumimoji="1" lang="ja-JP" altLang="en-US" sz="20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1A6E789-B1C9-AD3C-B6F4-84F628A51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47" y="3930611"/>
            <a:ext cx="7185855" cy="4790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21003</TotalTime>
  <Words>38</Words>
  <Application>Microsoft Office PowerPoint</Application>
  <PresentationFormat>ユーザー設定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UD デジタル 教科書体 NK</vt:lpstr>
      <vt:lpstr>UD デジタル 教科書体 NP</vt:lpstr>
      <vt:lpstr>メイリオ</vt:lpstr>
      <vt:lpstr>Arial</vt:lpstr>
      <vt:lpstr>Calibri</vt:lpstr>
      <vt:lpstr>Calibri Light</vt:lpstr>
      <vt:lpstr>Courier New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DUAL CORE</dc:creator>
  <cp:lastModifiedBy>彩耶 熊谷</cp:lastModifiedBy>
  <cp:revision>149</cp:revision>
  <cp:lastPrinted>2025-05-01T08:57:31Z</cp:lastPrinted>
  <dcterms:created xsi:type="dcterms:W3CDTF">2020-04-23T08:16:51Z</dcterms:created>
  <dcterms:modified xsi:type="dcterms:W3CDTF">2025-08-27T13:48:21Z</dcterms:modified>
</cp:coreProperties>
</file>